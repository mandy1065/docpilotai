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Module 02 — RAG Architecture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Understand the parts inside DocPilotAI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A RAG chatbot is a pipeline, not one component.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Failures can happen during loading, chunking, retrieval, prompting, or generation.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Loader → Chunker → Embedder → Retriever → Prompt → LLM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01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Document loader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02 — RAG Architecture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Reads the uploaded PDF.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Extracts text from pages.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Scanned/image-only PDFs may fail without OCR.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PDF pages → extracted text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Chunker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02 — RAG Architecture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Breaks long text into smaller pieces.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Good chunks preserve meaningful context.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Bad chunks can split a rule from its condition.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Long text → Chunk 1 / Chunk 2 / Chunk 3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Embeddings + vector search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02 — RAG Architecture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Embeddings represent meaning numerically.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The query is compared with chunk embeddings.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Most similar chunks are returned.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Question → Similarity → Top-K chunks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Prompt + LLM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02 — RAG Architecture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Prompt gives instructions.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Retrieved chunks provide evidence.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LLM should answer only from that evidence.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Instructions + Evidence + Question → Answer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Exercise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02 — RAG Architecture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Wrong answer + unrelated evidence: what likely failed first?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Answer: retrieval likely failed first; grounding/prompt behavior should also be checked.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Find the failing component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06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02 — RAG Architecture</dc:title>
  <dc:subject>RAG for QA Students</dc:subject>
  <dc:creator>DocPilotAI</dc:creator>
  <cp:lastModifiedBy>DocPilotAI</cp:lastModifiedBy>
  <cp:revision>1</cp:revision>
  <dcterms:created xsi:type="dcterms:W3CDTF">2026-08-31T15:31:10Z</dcterms:created>
  <dcterms:modified xsi:type="dcterms:W3CDTF">2026-08-31T15:31:10Z</dcterms:modified>
</cp:coreProperties>
</file>