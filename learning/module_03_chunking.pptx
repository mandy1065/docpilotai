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Module 03 — Chunking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How documents are split for retrieval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 chunk is a smaller piece of document text.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RAG searches chunks instead of the whole PDF.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Good chunks contain enough meaning to answer questions.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Document → meaningful pieces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Chunk size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03 — Chunking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Too small can lose context.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Too large can add noise.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right size depends on document type and questions.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Small / Medium / Large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Overlap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03 — Chunking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Overlap repeats some text between neighboring chunks.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It helps when key information is near a boundary.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Too much overlap can create duplicates.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Chunk 1 ⇄ Chunk 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QA risk example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03 — Chunking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Policy: return within 30 days if unopened.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If “30 days” and “if unopened” are split apart, the answer may be incomplete.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Missing condition = defect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How QA tests it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03 — Chunking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Ask condition-based questions.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Inspect retrieved evidence.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Check whether all required clauses are present.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Report incomplete answers.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Question → Evidence complete?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Exercise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03 — Chunking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Why should “30 days” and “if unopened” stay close together?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Answer: the condition changes the meaning of the return rule.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Build better chunks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03 — Chunking</dc:title>
  <dc:subject>RAG for QA Students</dc:subject>
  <dc:creator>DocPilotAI</dc:creator>
  <cp:lastModifiedBy>DocPilotAI</cp:lastModifiedBy>
  <cp:revision>1</cp:revision>
  <dcterms:created xsi:type="dcterms:W3CDTF">2026-08-31T14:48:51Z</dcterms:created>
  <dcterms:modified xsi:type="dcterms:W3CDTF">2026-08-31T14:48:51Z</dcterms:modified>
</cp:coreProperties>
</file>