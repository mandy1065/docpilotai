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07 — RAG Testing + Final Project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Use DocPilotAI as a real AI QA lab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 correctness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Retrieval relevance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Grounding / faithfulness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Missing conditions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Out-of-scope behavior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Prompt robustness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RAG QA test types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Good test case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Scenario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Question/input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Expected evidence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Actual answer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PASS/FAIL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Notes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QA test template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Positive + negative coverage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Happy path factual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Unsupported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Condition-based question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Paraphrased query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Ambiguous/edge prompt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Balanced test coverage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Bug reporting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Link failed test.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Capture exact answer.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Capture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Explain why behavior is wrong.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Set severity based on impact.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Failure → defect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Final project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Upload a PDF.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Ask multiple questions.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Create 15 test cases.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Log 3 defects.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Review QA score.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Download final report.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DocPilotAI hands-on project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Completion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07 — RAG Testing + Final Project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explain RAG.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inspect evidence.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design AI QA tests.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Student can report hallucination/retrieval defects.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Learn → Test → Diagnose → Report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07 — RAG Testing + Final Project</dc:title>
  <dc:subject>RAG for QA Students</dc:subject>
  <dc:creator>DocPilotAI</dc:creator>
  <cp:lastModifiedBy>DocPilotAI</cp:lastModifiedBy>
  <cp:revision>1</cp:revision>
  <dcterms:created xsi:type="dcterms:W3CDTF">2026-08-31T14:48:51Z</dcterms:created>
  <dcterms:modified xsi:type="dcterms:W3CDTF">2026-08-31T14:48:51Z</dcterms:modified>
</cp:coreProperties>
</file>