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114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</a:rPr>
              <a:t>Module 07 — RAG Testing + Final Project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21792" y="93268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C5FD"/>
                </a:solidFill>
              </a:rPr>
              <a:t>Use DocPilotAI as a real AI QA lab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486400" cy="4251960"/>
          </a:xfrm>
          <a:prstGeom prst="roundRect">
            <a:avLst>
              <a:gd name="adj" fmla="val 2581"/>
            </a:avLst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7373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7E8F9"/>
                </a:solidFill>
              </a:rPr>
              <a:t>Key teaching points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4892040" cy="2971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Answer correctness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Retrieval relevance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Grounding / faithfulness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Missing conditions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Out-of-scope behavior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Prompt robustness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537960" y="1463040"/>
            <a:ext cx="4983480" cy="4251960"/>
          </a:xfrm>
          <a:prstGeom prst="roundRect">
            <a:avLst>
              <a:gd name="adj" fmla="val 2581"/>
            </a:avLst>
          </a:prstGeom>
          <a:solidFill>
            <a:srgbClr val="172554"/>
          </a:solidFill>
          <a:ln w="15240">
            <a:solidFill>
              <a:srgbClr val="3B82F6">
                <a:alpha val="75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03720" y="18288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5B4FC"/>
                </a:solidFill>
              </a:rPr>
              <a:t>VISUAL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903720" y="2423160"/>
            <a:ext cx="425196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RAG QA test types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903720" y="43891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7E8F9"/>
                </a:solidFill>
              </a:rPr>
              <a:t>QA connection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903720" y="4709160"/>
            <a:ext cx="4069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BEAFE"/>
                </a:solidFill>
              </a:rPr>
              <a:t>Ask: what can fail here, and how would we prove it?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784080" y="644652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DocPilotAI · 01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114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</a:rPr>
              <a:t>Good test case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21792" y="93268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C5FD"/>
                </a:solidFill>
              </a:rPr>
              <a:t>Module 07 — RAG Testing + Final Project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486400" cy="4251960"/>
          </a:xfrm>
          <a:prstGeom prst="roundRect">
            <a:avLst>
              <a:gd name="adj" fmla="val 2581"/>
            </a:avLst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7373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7E8F9"/>
                </a:solidFill>
              </a:rPr>
              <a:t>Key teaching points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4892040" cy="2971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Scenario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Question/input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Expected answer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Expected evidence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Actual answer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PASS/FAIL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Notes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537960" y="1463040"/>
            <a:ext cx="4983480" cy="4251960"/>
          </a:xfrm>
          <a:prstGeom prst="roundRect">
            <a:avLst>
              <a:gd name="adj" fmla="val 2581"/>
            </a:avLst>
          </a:prstGeom>
          <a:solidFill>
            <a:srgbClr val="172554"/>
          </a:solidFill>
          <a:ln w="15240">
            <a:solidFill>
              <a:srgbClr val="3B82F6">
                <a:alpha val="75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03720" y="18288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5B4FC"/>
                </a:solidFill>
              </a:rPr>
              <a:t>VISUAL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903720" y="2423160"/>
            <a:ext cx="425196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AI QA test template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903720" y="43891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7E8F9"/>
                </a:solidFill>
              </a:rPr>
              <a:t>QA connection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903720" y="4709160"/>
            <a:ext cx="4069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BEAFE"/>
                </a:solidFill>
              </a:rPr>
              <a:t>Ask: what can fail here, and how would we prove it?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784080" y="644652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DocPilotAI · 02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114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</a:rPr>
              <a:t>Positive + negative coverage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21792" y="93268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C5FD"/>
                </a:solidFill>
              </a:rPr>
              <a:t>Module 07 — RAG Testing + Final Project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486400" cy="4251960"/>
          </a:xfrm>
          <a:prstGeom prst="roundRect">
            <a:avLst>
              <a:gd name="adj" fmla="val 2581"/>
            </a:avLst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7373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7E8F9"/>
                </a:solidFill>
              </a:rPr>
              <a:t>Key teaching points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4892040" cy="2971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Happy path factual question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Unsupported question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Condition-based question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Paraphrased query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Ambiguous/edge prompt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537960" y="1463040"/>
            <a:ext cx="4983480" cy="4251960"/>
          </a:xfrm>
          <a:prstGeom prst="roundRect">
            <a:avLst>
              <a:gd name="adj" fmla="val 2581"/>
            </a:avLst>
          </a:prstGeom>
          <a:solidFill>
            <a:srgbClr val="172554"/>
          </a:solidFill>
          <a:ln w="15240">
            <a:solidFill>
              <a:srgbClr val="3B82F6">
                <a:alpha val="75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03720" y="18288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5B4FC"/>
                </a:solidFill>
              </a:rPr>
              <a:t>VISUAL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903720" y="2423160"/>
            <a:ext cx="425196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Balanced test coverage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903720" y="43891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7E8F9"/>
                </a:solidFill>
              </a:rPr>
              <a:t>QA connection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903720" y="4709160"/>
            <a:ext cx="4069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BEAFE"/>
                </a:solidFill>
              </a:rPr>
              <a:t>Ask: what can fail here, and how would we prove it?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784080" y="644652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DocPilotAI · 03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114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</a:rPr>
              <a:t>Bug reporting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21792" y="93268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C5FD"/>
                </a:solidFill>
              </a:rPr>
              <a:t>Module 07 — RAG Testing + Final Project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486400" cy="4251960"/>
          </a:xfrm>
          <a:prstGeom prst="roundRect">
            <a:avLst>
              <a:gd name="adj" fmla="val 2581"/>
            </a:avLst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7373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7E8F9"/>
                </a:solidFill>
              </a:rPr>
              <a:t>Key teaching points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4892040" cy="2971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Link failed test.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Capture exact answer.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Capture evidence.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Explain why behavior is wrong.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Set severity based on impact.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537960" y="1463040"/>
            <a:ext cx="4983480" cy="4251960"/>
          </a:xfrm>
          <a:prstGeom prst="roundRect">
            <a:avLst>
              <a:gd name="adj" fmla="val 2581"/>
            </a:avLst>
          </a:prstGeom>
          <a:solidFill>
            <a:srgbClr val="172554"/>
          </a:solidFill>
          <a:ln w="15240">
            <a:solidFill>
              <a:srgbClr val="3B82F6">
                <a:alpha val="75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03720" y="18288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5B4FC"/>
                </a:solidFill>
              </a:rPr>
              <a:t>VISUAL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903720" y="2423160"/>
            <a:ext cx="425196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Failure → defect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903720" y="43891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7E8F9"/>
                </a:solidFill>
              </a:rPr>
              <a:t>QA connection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903720" y="4709160"/>
            <a:ext cx="4069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BEAFE"/>
                </a:solidFill>
              </a:rPr>
              <a:t>Ask: what can fail here, and how would we prove it?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784080" y="644652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DocPilotAI · 04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114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</a:rPr>
              <a:t>Final project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21792" y="93268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C5FD"/>
                </a:solidFill>
              </a:rPr>
              <a:t>Module 07 — RAG Testing + Final Project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486400" cy="4251960"/>
          </a:xfrm>
          <a:prstGeom prst="roundRect">
            <a:avLst>
              <a:gd name="adj" fmla="val 2581"/>
            </a:avLst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7373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7E8F9"/>
                </a:solidFill>
              </a:rPr>
              <a:t>Key teaching points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4892040" cy="2971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Upload a PDF.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Ask multiple questions.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Create 15 test cases.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Log 3 defects.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Review QA score.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Download final report.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537960" y="1463040"/>
            <a:ext cx="4983480" cy="4251960"/>
          </a:xfrm>
          <a:prstGeom prst="roundRect">
            <a:avLst>
              <a:gd name="adj" fmla="val 2581"/>
            </a:avLst>
          </a:prstGeom>
          <a:solidFill>
            <a:srgbClr val="172554"/>
          </a:solidFill>
          <a:ln w="15240">
            <a:solidFill>
              <a:srgbClr val="3B82F6">
                <a:alpha val="75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03720" y="18288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5B4FC"/>
                </a:solidFill>
              </a:rPr>
              <a:t>VISUAL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903720" y="2423160"/>
            <a:ext cx="425196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DocPilotAI hands-on project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903720" y="43891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7E8F9"/>
                </a:solidFill>
              </a:rPr>
              <a:t>QA connection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903720" y="4709160"/>
            <a:ext cx="4069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BEAFE"/>
                </a:solidFill>
              </a:rPr>
              <a:t>Ask: what can fail here, and how would we prove it?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784080" y="644652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DocPilotAI · 05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114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</a:rPr>
              <a:t>Completion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21792" y="93268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C5FD"/>
                </a:solidFill>
              </a:rPr>
              <a:t>Module 07 — RAG Testing + Final Project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486400" cy="4251960"/>
          </a:xfrm>
          <a:prstGeom prst="roundRect">
            <a:avLst>
              <a:gd name="adj" fmla="val 2581"/>
            </a:avLst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7373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7E8F9"/>
                </a:solidFill>
              </a:rPr>
              <a:t>Key teaching points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4892040" cy="2971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Student can explain RAG.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Student can inspect evidence.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Student can design AI QA tests.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Student can report hallucination/retrieval defects.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537960" y="1463040"/>
            <a:ext cx="4983480" cy="4251960"/>
          </a:xfrm>
          <a:prstGeom prst="roundRect">
            <a:avLst>
              <a:gd name="adj" fmla="val 2581"/>
            </a:avLst>
          </a:prstGeom>
          <a:solidFill>
            <a:srgbClr val="172554"/>
          </a:solidFill>
          <a:ln w="15240">
            <a:solidFill>
              <a:srgbClr val="3B82F6">
                <a:alpha val="75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03720" y="18288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5B4FC"/>
                </a:solidFill>
              </a:rPr>
              <a:t>VISUAL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903720" y="2423160"/>
            <a:ext cx="425196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Learn → Test → Diagnose → Report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903720" y="43891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7E8F9"/>
                </a:solidFill>
              </a:rPr>
              <a:t>QA connection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903720" y="4709160"/>
            <a:ext cx="4069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BEAFE"/>
                </a:solidFill>
              </a:rPr>
              <a:t>Ask: what can fail here, and how would we prove it?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784080" y="644652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DocPilotAI · 06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07 — RAG Testing + Final Project</dc:title>
  <dc:subject>RAG for QA Students</dc:subject>
  <dc:creator>DocPilotAI</dc:creator>
  <cp:lastModifiedBy>DocPilotAI</cp:lastModifiedBy>
  <cp:revision>1</cp:revision>
  <dcterms:created xsi:type="dcterms:W3CDTF">2026-08-31T14:11:30Z</dcterms:created>
  <dcterms:modified xsi:type="dcterms:W3CDTF">2026-08-31T14:11:30Z</dcterms:modified>
</cp:coreProperties>
</file>