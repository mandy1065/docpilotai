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04 —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Meaning converted into searchable numbers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 embedding is a numeric representation of meaning.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Similar text gets similar patterns.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does not need the math to test behavior.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Meaning → numbers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Semantic similarity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“Password reset” can match “recover account access”.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search meaning, not just exact keywords.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 meaning = close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Why QA cares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Different wording may retrieve different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Synonyms may work or fail.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Natural-language questions can expose retrieval inconsistency.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intent, different wording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Testing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the same intent in multiple phrasings.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Use synonyms and paraphrases.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Compare retrieved evidence for 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 questions → same evidence?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“How can I recover my account?”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match: Password reset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match: Account deletion policy.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Choose closest meaning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Closest to “How long is the reset link valid?”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A) Link expires after 30 minutes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B) Change profile photo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C) Support hours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Similarity practice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04 — Embeddings</dc:title>
  <dc:subject>RAG for QA Students</dc:subject>
  <dc:creator>DocPilotAI</dc:creator>
  <cp:lastModifiedBy>DocPilotAI</cp:lastModifiedBy>
  <cp:revision>1</cp:revision>
  <dcterms:created xsi:type="dcterms:W3CDTF">2026-08-31T14:48:51Z</dcterms:created>
  <dcterms:modified xsi:type="dcterms:W3CDTF">2026-08-31T14:48:51Z</dcterms:modified>
</cp:coreProperties>
</file>