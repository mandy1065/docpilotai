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05 — Vector Search &amp; Retrieval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the right evidence is selected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question is compared with document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most similar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LLM answers from those chunks.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Search → Top-K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Top-K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Top-K is how many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few may miss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many may add irrelevant noise.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Top 1 / Top 3 / Top 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Retrieval failure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correct answer may exist in the PDF but not be retrieved.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may say it does not know or use unrelated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exists ≠ retrieved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checks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evidence contain the answer?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Is evidence relevant?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Are important conditions included?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answer match evidence?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Evidence quality checklist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 bug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Can opened cartons be returned?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shows “30 days” but not “unopened”.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says yes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Defect: missing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Incomplete retrieval → misleading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When an answer seems wrong, what should QA check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inspect whether retrieved evidence is relevant and contains the needed information.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Start with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05 — Vector Search &amp; Retrieval</dc:title>
  <dc:subject>RAG for QA Students</dc:subject>
  <dc:creator>DocPilotAI</dc:creator>
  <cp:lastModifiedBy>DocPilotAI</cp:lastModifiedBy>
  <cp:revision>1</cp:revision>
  <dcterms:created xsi:type="dcterms:W3CDTF">2026-08-31T14:11:58Z</dcterms:created>
  <dcterms:modified xsi:type="dcterms:W3CDTF">2026-08-31T14:11:58Z</dcterms:modified>
</cp:coreProperties>
</file>