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Module 05 — Vector Search &amp; Retrieval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How the right evidence is selected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question is compared with document chunks.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most similar chunks are returned.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LLM answers from those chunks.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 → Search → Top-K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Top-K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Top-K is how many chunks are returned.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few may miss context.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Too many may add irrelevant noise.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Top 1 / Top 3 / Top 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Retrieval failure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correct answer may exist in the PDF but not be retrieved.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The model may say it does not know or use unrelated evidence.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Answer exists ≠ retrieved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QA checks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Does evidence contain the answer?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Is evidence relevant?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Are important conditions included?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Does answer match evidence?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Evidence quality checklist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Example bug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Question: Can opened cartons be returned?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Evidence shows “30 days” but not “unopened”.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 says yes within 30 days.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Defect: missing condition.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Incomplete retrieval → misleading answer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</a:rPr>
              <a:t>Exercise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21792" y="932688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C5FD"/>
                </a:solidFill>
              </a:rPr>
              <a:t>Module 05 — Vector Search &amp; Retrieval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4251960"/>
          </a:xfrm>
          <a:prstGeom prst="roundRect">
            <a:avLst>
              <a:gd name="adj" fmla="val 2581"/>
            </a:avLst>
          </a:prstGeom>
          <a:solidFill>
            <a:srgbClr val="11182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373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E8F9"/>
                </a:solidFill>
              </a:rPr>
              <a:t>Key teaching 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4892040" cy="2971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When an answer seems wrong, what should QA check first?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8FAFC"/>
                </a:solidFill>
              </a:rPr>
              <a:t>• Answer: inspect whether retrieved evidence is relevant and contains the needed information.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37960" y="1463040"/>
            <a:ext cx="4983480" cy="4251960"/>
          </a:xfrm>
          <a:prstGeom prst="roundRect">
            <a:avLst>
              <a:gd name="adj" fmla="val 2581"/>
            </a:avLst>
          </a:prstGeom>
          <a:solidFill>
            <a:srgbClr val="172554"/>
          </a:solidFill>
          <a:ln w="15240">
            <a:solidFill>
              <a:srgbClr val="3B82F6">
                <a:alpha val="7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8288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5B4FC"/>
                </a:solidFill>
              </a:rPr>
              <a:t>VISUAL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2423160"/>
            <a:ext cx="425196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Start with evidence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9037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7E8F9"/>
                </a:solidFill>
              </a:rPr>
              <a:t>QA connection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03720" y="47091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BEAFE"/>
                </a:solidFill>
              </a:rPr>
              <a:t>Ask: what can fail here, and how would we prove it?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784080" y="64465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DocPilotAI · 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05 — Vector Search &amp; Retrieval</dc:title>
  <dc:subject>RAG for QA Students</dc:subject>
  <dc:creator>DocPilotAI</dc:creator>
  <cp:lastModifiedBy>DocPilotAI</cp:lastModifiedBy>
  <cp:revision>1</cp:revision>
  <dcterms:created xsi:type="dcterms:W3CDTF">2026-08-31T14:48:51Z</dcterms:created>
  <dcterms:modified xsi:type="dcterms:W3CDTF">2026-08-31T14:48:51Z</dcterms:modified>
</cp:coreProperties>
</file>