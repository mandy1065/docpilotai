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Module 06 — Grounding &amp; Hallucination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Testing whether the answer is supported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A grounded answer is supported by retrieved evidence.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The evidence should say the same thing as the answer.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Answer ↔ Evidence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Hallucination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06 — Grounding &amp; Hallucination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A hallucination is unsupported or invented information.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It may sound confident but not exist in the PDF.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Confident ≠ correct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Partial grounding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06 — Grounding &amp; Hallucination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Some details may be supported and others invented.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These mixed answers are common RAG defects.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Supported + Unsupported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Out-of-scope handling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06 — Grounding &amp; Hallucination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If evidence does not contain the answer, the agent should say it does not know.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A helpful invented answer is still a defect.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No evidence → I do not know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Bug report fields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06 — Grounding &amp; Hallucination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Question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Expected behavior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Actual answer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Evidence shown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Why unsupported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Severity/impact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QA defect template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Exercise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06 — Grounding &amp; Hallucination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Answer: “Refunds take 10 business days.”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Evidence only says returns are accepted within 30 days.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Classification: Hallucinated / unsupported.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Classify answer quality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06 — Grounding &amp; Hallucination</dc:title>
  <dc:subject>RAG for QA Students</dc:subject>
  <dc:creator>DocPilotAI</dc:creator>
  <cp:lastModifiedBy>DocPilotAI</cp:lastModifiedBy>
  <cp:revision>1</cp:revision>
  <dcterms:created xsi:type="dcterms:W3CDTF">2026-08-31T15:31:10Z</dcterms:created>
  <dcterms:modified xsi:type="dcterms:W3CDTF">2026-08-31T15:31:10Z</dcterms:modified>
</cp:coreProperties>
</file>