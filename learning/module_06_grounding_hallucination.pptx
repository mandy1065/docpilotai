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06 — Grounding &amp; 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Testing whether the answer is supported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grounded answer is supported by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evidence should say the same thing as the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↔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hallucination is unsupported or invented information.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may sound confident but not exist in the PDF.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Confident ≠ correct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Partial grounding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Some details may be supported and others invented.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These mixed answers are common RAG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Supported + Unsupported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Out-of-scope handling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evidence does not contain the answer, the agent should say it does not know.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helpful invented answer is still a defect.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evidence → I do not know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 fields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unsupported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Severity/impact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defect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“Refunds take 10 business days.”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only says returns are accepted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Classification: Hallucinated / unsupported.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Classify answer quality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— Grounding &amp; Hallucination</dc:title>
  <dc:subject>RAG for QA Students</dc:subject>
  <dc:creator>DocPilotAI</dc:creator>
  <cp:lastModifiedBy>DocPilotAI</cp:lastModifiedBy>
  <cp:revision>1</cp:revision>
  <dcterms:created xsi:type="dcterms:W3CDTF">2026-08-31T14:11:30Z</dcterms:created>
  <dcterms:modified xsi:type="dcterms:W3CDTF">2026-08-31T14:11:30Z</dcterms:modified>
</cp:coreProperties>
</file>