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01 — What is RAG?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Retrieval-Augmented Generation for QA students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LLMs do not automatically know your private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lets an AI system retrieve document evidence before answering.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QA must test both the answer and the evidence used.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LLM + document = grounded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LLM vs RAG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 alone answers from model knowledge.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retrieves relevant document chunks first.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model then answers using retrieved context.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Retriever → Evidence → LLM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Simple RAG flow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1. Upload document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2. Split into chunks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3. Create embeddings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4. Retrieve top matching chunks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5. Generate answer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PDF → Chunks → Embeddings → Search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What can go wrong?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Wrong chunk retrieved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Important evidence missing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Unsupported details added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Out-of-scope question answered confidently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Bad retrieval → Bad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perspective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correctness.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grounding.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negative/out-of-scope behavior.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Record expected vs actual with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QA = Answer + Evidence + Risk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01 — What is RAG?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Arrange: LLM answer, PDF upload, retrieval, chunking, embeddings.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Correct order: PDF upload → chunking → embeddings → retrieval → LLM answer.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Put the pipeline in order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01 — What is RAG?</dc:title>
  <dc:subject>RAG for QA Students</dc:subject>
  <dc:creator>DocPilotAI</dc:creator>
  <cp:lastModifiedBy>DocPilotAI</cp:lastModifiedBy>
  <cp:revision>1</cp:revision>
  <dcterms:created xsi:type="dcterms:W3CDTF">2026-08-31T14:11:58Z</dcterms:created>
  <dcterms:modified xsi:type="dcterms:W3CDTF">2026-08-31T14:11:58Z</dcterms:modified>
</cp:coreProperties>
</file>